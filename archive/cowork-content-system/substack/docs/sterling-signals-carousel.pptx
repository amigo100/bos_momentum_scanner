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B44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 SIGNALS</a:t>
            </a:r>
            <a:endParaRPr lang="en-US" sz="1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49240" y="91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PULSE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457200" y="2011680"/>
            <a:ext cx="8229600" cy="8229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1520" y="274320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IS EATING</a:t>
            </a:r>
            <a:endParaRPr lang="en-US" sz="6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STOCKS</a:t>
            </a:r>
            <a:endParaRPr lang="en-US" sz="6000" dirty="0"/>
          </a:p>
        </p:txBody>
      </p:sp>
      <p:sp>
        <p:nvSpPr>
          <p:cNvPr id="10" name="Text 5"/>
          <p:cNvSpPr/>
          <p:nvPr/>
        </p:nvSpPr>
        <p:spPr>
          <a:xfrm>
            <a:off x="1371600" y="5669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$285B selloff means for investors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3200400" y="6583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3474720" y="7680960"/>
            <a:ext cx="2194560" cy="411480"/>
          </a:xfrm>
          <a:prstGeom prst="rect">
            <a:avLst/>
          </a:prstGeom>
          <a:solidFill>
            <a:srgbClr val="162B44"/>
          </a:solidFill>
          <a:ln w="10160">
            <a:solidFill>
              <a:srgbClr val="3D5A8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474720" y="7680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→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548640" y="8412480"/>
            <a:ext cx="8046720" cy="9144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5" name="Text 10"/>
          <p:cNvSpPr/>
          <p:nvPr/>
        </p:nvSpPr>
        <p:spPr>
          <a:xfrm>
            <a:off x="548640" y="8549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sterlingsignals.co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7132320" y="8549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 SIGNALS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051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Happened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2286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19456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spcAft>
                <a:spcPts val="1600"/>
              </a:spcAft>
              <a:buNone/>
            </a:pPr>
            <a:r>
              <a:rPr lang="en-US" sz="1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launched Cowork in January 2026 — a desktop AI agent that organizes files, analyzes data, generates reports, and automates multi-step workflows.</a:t>
            </a:r>
            <a:endParaRPr lang="en-US" sz="1900" dirty="0"/>
          </a:p>
          <a:p>
            <a:pPr indent="0" marL="0">
              <a:lnSpc>
                <a:spcPct val="140000"/>
              </a:lnSpc>
              <a:spcAft>
                <a:spcPts val="1600"/>
              </a:spcAft>
              <a:buNone/>
            </a:pPr>
            <a:r>
              <a:rPr lang="en-US" sz="1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days, investors repriced every SaaS company whose product overlaps with what an AI agent can now do for $20/month.</a:t>
            </a:r>
            <a:endParaRPr lang="en-US" sz="1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$285 billion wiped from software stocks in a single wave.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40080" y="6400800"/>
            <a:ext cx="786384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6400800"/>
            <a:ext cx="54864" cy="13716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640080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D5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isn’t about one product. It’s a repricing of the entire category of ‘workflow automation’ software.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8412480"/>
            <a:ext cx="8046720" cy="9144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8549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sterlingsignals.co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132320" y="8549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 SIGNALS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051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2286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2194560"/>
            <a:ext cx="3749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194560"/>
            <a:ext cx="3749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2514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$285B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1051560" y="3429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wiped from software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in days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754880" y="2194560"/>
            <a:ext cx="3749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2194560"/>
            <a:ext cx="3749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1"/>
          <p:cNvSpPr/>
          <p:nvPr/>
        </p:nvSpPr>
        <p:spPr>
          <a:xfrm>
            <a:off x="5166360" y="2514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25–60%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5166360" y="3429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drawdowns in some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names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0080" y="5029200"/>
            <a:ext cx="3749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0080" y="5029200"/>
            <a:ext cx="3749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53492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$20/mo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1051560" y="6263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Claude Pro —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$500/seat tools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754880" y="5029200"/>
            <a:ext cx="3749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54880" y="5029200"/>
            <a:ext cx="3749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19"/>
          <p:cNvSpPr/>
          <p:nvPr/>
        </p:nvSpPr>
        <p:spPr>
          <a:xfrm>
            <a:off x="5166360" y="53492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4000" dirty="0"/>
          </a:p>
        </p:txBody>
      </p:sp>
      <p:sp>
        <p:nvSpPr>
          <p:cNvPr id="23" name="Text 20"/>
          <p:cNvSpPr/>
          <p:nvPr/>
        </p:nvSpPr>
        <p:spPr>
          <a:xfrm>
            <a:off x="5166360" y="6263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Anthropic revenue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from enterprise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48640" y="8412480"/>
            <a:ext cx="8046720" cy="9144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8549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sterlingsignals.co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132320" y="8549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 SIGNALS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051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Who’s Vulnerable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2286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2194560"/>
            <a:ext cx="3749040" cy="5669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194560"/>
            <a:ext cx="374904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468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97280" y="3108960"/>
            <a:ext cx="29260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automation platforms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CRM tools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reporting software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management tools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workflow builders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writing assistants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754880" y="2194560"/>
            <a:ext cx="3749040" cy="5669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2194560"/>
            <a:ext cx="374904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4754880" y="2468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12080" y="3108960"/>
            <a:ext cx="29260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data network effects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compliance tools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datasets (S&amp;P, FactSet)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Mission-critical infrastructure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switching-cost platforms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Vertical-specific solutions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8412480"/>
            <a:ext cx="8046720" cy="9144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8549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sterlingsignals.co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132320" y="8549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B44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 SIGNALS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1051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Takeaway</a:t>
            </a:r>
            <a:endParaRPr lang="en-US" sz="3000" dirty="0"/>
          </a:p>
        </p:txBody>
      </p:sp>
      <p:sp>
        <p:nvSpPr>
          <p:cNvPr id="8" name="Shape 4"/>
          <p:cNvSpPr/>
          <p:nvPr/>
        </p:nvSpPr>
        <p:spPr>
          <a:xfrm>
            <a:off x="640080" y="1783080"/>
            <a:ext cx="2286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Shape 5"/>
          <p:cNvSpPr/>
          <p:nvPr/>
        </p:nvSpPr>
        <p:spPr>
          <a:xfrm>
            <a:off x="640080" y="2148840"/>
            <a:ext cx="50292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371600" y="21031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structural, not cyclical.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371600" y="2606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won’t get worse. The companies they threaten need to adapt or be repriced permanently.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40080" y="3566160"/>
            <a:ext cx="50292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0"/>
          <p:cNvSpPr/>
          <p:nvPr/>
        </p:nvSpPr>
        <p:spPr>
          <a:xfrm>
            <a:off x="64008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371600" y="35204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Don’t catch the falling knife.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371600" y="402336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stock down 40% isn’t cheap if AI eliminates the core value proposition entirely.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40080" y="4983480"/>
            <a:ext cx="50292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371600" y="49377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 the moat.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371600" y="544068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data, regulatory barriers, and network effects still matter. Commodity workflow tools are the targets.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40080" y="6400800"/>
            <a:ext cx="50292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18"/>
          <p:cNvSpPr/>
          <p:nvPr/>
        </p:nvSpPr>
        <p:spPr>
          <a:xfrm>
            <a:off x="640080" y="6400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1371600" y="63550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builders are the new infrastructure.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1371600" y="685800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Anthropic, OpenAI, and their cloud partners are building the picks and shovels of this cycle.</a:t>
            </a:r>
            <a:endParaRPr lang="en-US" sz="15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457200" y="7863840"/>
            <a:ext cx="8229600" cy="45720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48640" y="8412480"/>
            <a:ext cx="8046720" cy="9144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27" name="Text 22"/>
          <p:cNvSpPr/>
          <p:nvPr/>
        </p:nvSpPr>
        <p:spPr>
          <a:xfrm>
            <a:off x="548640" y="8549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sterlingsignals.co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7132320" y="8549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Is Eating Software Stocks</dc:title>
  <dc:subject>PptxGenJS Presentation</dc:subject>
  <dc:creator>Sterling Signals</dc:creator>
  <cp:lastModifiedBy>Sterling Signals</cp:lastModifiedBy>
  <cp:revision>1</cp:revision>
  <dcterms:created xsi:type="dcterms:W3CDTF">2026-03-09T12:38:07Z</dcterms:created>
  <dcterms:modified xsi:type="dcterms:W3CDTF">2026-03-09T12:38:07Z</dcterms:modified>
</cp:coreProperties>
</file>