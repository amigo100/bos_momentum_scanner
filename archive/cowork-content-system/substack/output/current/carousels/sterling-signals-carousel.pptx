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4924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PULSE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457200" y="2011680"/>
            <a:ext cx="8229600" cy="8229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274320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Rotation</a:t>
            </a:r>
            <a:endParaRPr lang="en-US" sz="6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Accelerating</a:t>
            </a:r>
            <a:endParaRPr lang="en-US" sz="6000" dirty="0"/>
          </a:p>
        </p:txBody>
      </p:sp>
      <p:sp>
        <p:nvSpPr>
          <p:cNvPr id="10" name="Text 5"/>
          <p:cNvSpPr/>
          <p:nvPr/>
        </p:nvSpPr>
        <p:spPr>
          <a:xfrm>
            <a:off x="1371600" y="5669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institutional capital is flowing in Q1 2026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3200400" y="6583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solidFill>
            <a:srgbClr val="162B44"/>
          </a:solidFill>
          <a:ln w="10160">
            <a:solidFill>
              <a:srgbClr val="3D5A8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474720" y="7680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→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15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Happening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94560"/>
            <a:ext cx="7863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capital is rotating out of crowded AI software plays and into infrastructure bottleneck names.</a:t>
            </a:r>
            <a:endParaRPr lang="en-US" sz="1900" dirty="0"/>
          </a:p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grid, nuclear, and data center REIT stocks are seeing the strongest 13F accumulation since Q3 2024.</a:t>
            </a:r>
            <a:endParaRPr lang="en-US" sz="1900" dirty="0"/>
          </a:p>
          <a:p>
            <a:pPr indent="0" marL="0">
              <a:lnSpc>
                <a:spcPct val="140000"/>
              </a:lnSpc>
              <a:spcAft>
                <a:spcPts val="1600"/>
              </a:spcAft>
              <a:buNone/>
            </a:pPr>
            <a:r>
              <a:rPr lang="en-US" sz="1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accelerated after Anthropic's Cowork launch repriced SaaS workflow tools — investors want picks-and-shovels, not the software being disrupted.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6400800"/>
            <a:ext cx="78638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6400800"/>
            <a:ext cx="54864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640080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D5A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infrastructure. When AI eats software, the builders of AI infrastructure are the winners.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1,817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10515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scanned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Sterling Grid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2514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516636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all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00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+42%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10515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winner return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12 months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754880" y="502920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5029200"/>
            <a:ext cx="3749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5349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79%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5166360" y="62636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win rate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(backtest validated)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Rotation Playbook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94560"/>
            <a:ext cx="374904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OUT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Pure-play SaaS workflow tools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CRM platforms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Low-moat AI chatbot wrappers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Overvalued cloud infrastructure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subscription fatigue plays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754880" y="2194560"/>
            <a:ext cx="3749040" cy="5669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194560"/>
            <a:ext cx="374904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INTO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12080" y="3108960"/>
            <a:ext cx="2926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 modernization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energy renaissance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REITs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chip supply chain</a:t>
            </a:r>
            <a:endParaRPr lang="en-US" sz="15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drone technology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E0E8F0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B44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91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 SIGNALS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8" name="Shape 4"/>
          <p:cNvSpPr/>
          <p:nvPr/>
        </p:nvSpPr>
        <p:spPr>
          <a:xfrm>
            <a:off x="640080" y="1783080"/>
            <a:ext cx="22860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Shape 5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103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is the new growth trade.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26060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model needs power, cooling, and connectivity. The bottleneck plays have years of runway.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71600" y="35204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fight the flow.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371600" y="4023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13F filings show institutional accumulation shifting, retail should pay attention — not fight the trend.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371600" y="49377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Selectivity is the edge.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371600" y="54406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7A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1,817 stocks scanned, 3 survived. The system's value isn't finding winners — it's avoiding the 99.8% that don't qualify.</a:t>
            </a:r>
            <a:endParaRPr lang="en-US" sz="15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57200" y="7863840"/>
            <a:ext cx="822960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48640" y="8412480"/>
            <a:ext cx="8046720" cy="9144"/>
          </a:xfrm>
          <a:prstGeom prst="rect">
            <a:avLst/>
          </a:prstGeom>
          <a:solidFill>
            <a:srgbClr val="3D5A80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8549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sterlingsignals.co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132320" y="8549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Sector Rotation Is Accelerating</dc:title>
  <dc:subject>PptxGenJS Presentation</dc:subject>
  <dc:creator>Sterling Signals</dc:creator>
  <cp:lastModifiedBy>Sterling Signals</cp:lastModifiedBy>
  <cp:revision>1</cp:revision>
  <dcterms:created xsi:type="dcterms:W3CDTF">2026-03-09T23:44:12Z</dcterms:created>
  <dcterms:modified xsi:type="dcterms:W3CDTF">2026-03-09T23:44:12Z</dcterms:modified>
</cp:coreProperties>
</file>